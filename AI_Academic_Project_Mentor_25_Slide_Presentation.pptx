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AI ACADEMIC PROJECT MENTOR</a:t>
            </a:r>
          </a:p>
          <a:p>
            <a:pPr>
              <a:spcBef>
                <a:spcPts val="1200"/>
              </a:spcBef>
              <a:defRPr sz="2000">
                <a:solidFill>
                  <a:srgbClr val="06B6D4"/>
                </a:solidFill>
              </a:defRPr>
            </a:pPr>
            <a:r>
              <a:t>An Agentic AI Platform for End-to-End Academic Project Lifecycle Management</a:t>
            </a:r>
          </a:p>
          <a:p>
            <a:pPr>
              <a:spcBef>
                <a:spcPts val="2000"/>
              </a:spcBef>
              <a:defRPr sz="1600">
                <a:solidFill>
                  <a:srgbClr val="CBD5E1"/>
                </a:solidFill>
              </a:defRPr>
            </a:pPr>
            <a:r>
              <a:t>Program Schedule Timeline: June 29, 2026 – August 20,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PROJECT TEAM MEMBERS &amp; RESPONSIBILITY ALLOCATION: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</a:defRPr>
            </a:pPr>
            <a:r>
              <a:t>• Harshitha H S — MAJOR ROLE (Project Lead &amp; Core Multi-Agent Pipeline Architect)</a:t>
            </a:r>
            <a:br/>
            <a:r>
              <a:t>• Vamshi Krishna — Minor Role (Backend Database &amp; REST API Specialist)</a:t>
            </a:r>
            <a:br/>
            <a:r>
              <a:t>• Muthumenen M — Minor Role (Frontend UI/UX &amp; Student Onboarding)</a:t>
            </a:r>
            <a:br/>
            <a:r>
              <a:t>• Lohith Raj — Minor Role (Risk Assessment &amp; AI Mentor Interaction)</a:t>
            </a:r>
            <a:br/>
            <a:r>
              <a:t>• Harsh — Minor Role (Report Exporter &amp; Faculty Dashboard Developer)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PROJECT VISION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Executive Summary &amp; Project Vision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Bridging the Guidance Gap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Develop an intelligent, agentic platform that guides students through the complete academic project lifecycle automatically from a 2-line input.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1460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Single-Click Multi-Agent Pipeline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Triggers 5 specialized AI agents to generate feasibility ratings, scope boundaries, tech stack recommendations, milestone timelines, and risk mitigations.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Conversational Mentoring &amp; On-Demand Reports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Provides ongoing interactive mentoring (Nova AI Desk), weekly progress check-in tracking, and dynamic PDF/synopsis documentation exports.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98348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Passive Faculty Supervision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Empowers teachers with a centralized monitoring dashboard, student team health indicators, and an interactive feedback modal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BACKGROUND &amp; CHALLENGES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 &amp; Existing Gaps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Poor Planning &amp; Scope Creep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Many academic projects fail due to unrealistic timelines, poor technological choices, and underspecified initial scope boundaries.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1460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Faculty Bandwidth Constraints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Professors frequently supervise 10-20 student teams simultaneously, limiting personalized guidance available to each team when stuck.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Lack of Automated Project Blueprints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Students struggle to convert abstract project ideas into actionable, week-by-week implementation roadmaps.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98348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Static &amp; Manual Documentation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Manual preparation of project synopses, progress reports, and defense slide decks consumes significant student development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TEAM MANAGEMENT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Team Member Role &amp; Responsibility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Team Member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Project Role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Assignment Level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Core Responsibilities &amp; Modules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Harshitha H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Project Lead &amp; System Architect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MAJOR 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Multi-Agent Pipeline Architecture, Feasibility Agent, Scope Agent, Tech Stack Agent, Milestone Agent &amp; Integration Lead.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Vamshi Krishna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Backend Database &amp; API Specialist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Minor Role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MySQL ai_project_mentor Schema, DB Connection Pooling (db.js), REST API Routing &amp; Google/GitHub OAuth Sync.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Muthumenen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Frontend UI/UX Developer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Minor 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Student Profile Onboarding (register.html), Skill Assessment Matrix (assessment.html), &amp; Control Hub UI.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Lohith Raj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Risk &amp; AI Mentor Specialist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Minor Role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Risk Assessment &amp; Mitigation Agent, Nova AI Mentor Chat Desk (ai-mentor.html), &amp; Local Classifier Fallbacks.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Harsh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Report Exporter &amp; Faculty View Developer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Minor 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On-Demand Document Exporter (report-view.html), Faculty Dashboard (faculty.html), &amp; Teacher Feedback Modal System.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SYSTEM ARCHITECTURE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Multi-Agent Architecture &amp; Pipeline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Step 1: Student Input Submission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Student registers profile, completes skill assessment (0-100 score), and submits a 2-3 line project idea in the submission desk.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1460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Step 2: Unified Multi-Agent Controller Hub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Express API triggers the unified agent controller (/api/projects/agent/unified) orchestrating 5 autonomous agent workers.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Step 3: Sequential Agent Processing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Feasibility Agent (Viability Index 88%) -&gt; Scope Agent (MVP Boundaries) -&gt; Tech Stack Agent (React/Express/MySQL) -&gt; Timeline Agent (~80h Budget).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98348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Step 4: Output Rendering &amp; Persistence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Agent outputs stream in real-time to the execution log terminal window and persist in localStorage / MySQL DB for live rendering.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CORE MODULES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Module 1: Student Profile &amp; Skill Assessment Matrix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Competency Score Calculation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Calculates student technical competency out of 100 based on self-assessed programming languages, frameworks, and tools.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1460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Personalized Guidance Seeding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Feeds competency metrics into downstream agents to tailor technology stack recommendations and milestone time estimates.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Interactive Onboarding UI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Responsive registration form built in register.html &amp; assessment.html with visual rating sliders and skill badges.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CORE MODULES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Module 2: Project Idea Submission &amp; Feasibility Analysis Agent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Pre-Loaded Academic Template Cards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Provides 4 quick-start academic project templates (Healthcare AI, E-Commerce, IoT Tracker, Agent Mentor) for single-click filling.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1460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Feasibility Viability Index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Evaluates technical feasibility, resource requirements, and academic complexity, returning an 88% Viability Score.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Automatic Pipeline Trigger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Submitting an idea automatically redirects the student to the Agent Hub and launches all 5 AI agents instantly.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CORE MODULES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Module 3: Scope Definition &amp; Tech Stack Recommendation Agent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MVP Scope Specification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Clearly demarcates core Must-Have MVP features from out-of-scope secondary enhancements to prevent scope creep.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1460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Intelligent Tech Stack Reasoning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Recommends modern frontend (HTML5/CSS3/Vanilla JS), backend (Node.js Express), and database (MySQL) with clear trade-off justifications.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Architectural Guidelines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Provides database table structure schemas and REST API endpoint blueprints for rapid student setup.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CORE MODULES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Module 4: Milestone &amp; Resource Timeline Planning Agent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Time-Budgeted Effort Calculator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Computes estimated development effort (~80 total student hours) tailored to academic project course durations.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1460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Week-by-Week Execution Matrix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Generates a structured 4-Milestone execution plan with clear task dependencies and deliverable checkpoints.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Dynamic Check-in Alignment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Feeds milestone targets into the Weekly Check-in Desk for ongoing progress tracking.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CORE MODULES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Module 5: Risk Assessment &amp; Mitigation Agent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Automated Risk Identification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Detects potential execution bottlenecks, API rate limits, model inference latency, and data dependency risks.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1460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Plan-B Resolution Strategies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Provides actionable fallback solutions (e.g., lightweight local DistilBERT classifiers when API latency exceeds 1.5s).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Proactive Warning Badges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Renders visual risk callouts in the Agent Hub to alert students before starting development.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CORE MODULES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Module 6: Conversational Mentor Interaction Desk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Nova AI Interactive Chat Desk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Provides 24/7 conversational mentoring for debugging code, clarifying architectural queries, and explaining concepts.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1460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Quick Action Prompt Chips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Pre-configured prompt shortcuts for instant answers on MySQL setup, REST APIs, and unit test verification.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Context-Aware Guidance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Maintains active project details in session context to deliver highly relevant, targeted advice.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CORE MODULES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Module 7: On-Demand Academic Document Generation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Academic Synopsis Exporter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Generates structured project synopses with problem statements, objectives, and module breakdowns.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1460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Methodology &amp; Progress Reports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Auto-compiles technical methodologies, weekly progress summaries, and feature check-in logs.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9-Slide Defense Presentation Outline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Renders a complete 9-slide PowerPoint outline with print-to-PDF formatting for academic project defense.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CORE MODULES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Module 8: Faculty Monitoring Dashboard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Centralized Student Team Overview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Provides faculty members with a single dashboard to passively monitor all assigned student project teams.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1460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Student Team Health Indicators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Displays visual status tags (+ On Track [Green], Needs Guidance [Yellow], At Risk [Red]).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Auto-Generated Summary Cards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Displays AI-compiled project progress summaries without requiring faculty to manually inspect code.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FACULTY INTERACTION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Interactive Faculty Guidance &amp; Feedback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Faculty Guidance Feedback Modal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Enables teachers to select a student team, choose an evaluation tag, and type custom technical guidance notes.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1460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Live Student Banner Notification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Submitting feedback instantly triggers a prominent callout banner on student views ("Faculty Advisor Guidance Received").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Persistent Guidance History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Saves teacher guidance notes in localStorage &amp; MySQL database for continuous student reference.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SECURITY &amp; AUTH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Google &amp; GitHub Social Authentication Integration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Single-Click OAuth Login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Integrated handleSocialAuth(provider) for Google, GitHub, and Microsoft single-click authorization.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1460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Profile Sync &amp; Context Persistence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Automatically authenticates user profiles, sets localStorage context, and redirects to dashboard.html.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Secure Session Management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Prevents unauthorized access while maintaining seamless single-sign-on across all platform pages.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PROGRAM TIMELINE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Official Program Schedule Overview (June 29 – August 20, 2026)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Date Range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Target Focus &amp; Deliverables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Active Team Members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Milestone 1 (Sprint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June 29 – July 10,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Multi-Agent System Architecture, MySQL DB Setup, Onboarding UI &amp; Idea Submission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Harshitha H S (MAJOR), Vamshi, Muthumenen, Lohith, Harsh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Milestone 2 (Sprint 2)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July 13 – July 24, 2026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Feasibility Agent, Scope Agent, Tech Stack Agent, Milestone Agent &amp; Control Hub UI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Harshitha H S (MAJOR), Vamshi, Muthumenen, Lohith, Harsh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Milestone 3 (Sprint 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July 27 – August 07,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Weekly Check-in Engine, Risk Agent, Nova AI Chat Desk &amp; Document Exporter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Harshitha H S (MAJOR), Vamshi, Muthumenen, Lohith, Harsh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Milestone 4 (Sprint 4)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August 10 – August 20, 2026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Faculty Monitoring Dashboard, Feedback Modal, OAuth Login &amp; Final Defense Prep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Harshitha H S (MAJOR), Vamshi, Muthumenen, Lohith, Harsh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AGILE SPRINT 1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Milestone 1 Task Division (June 29 – July 10, 2026)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US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Task Description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Start Date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End Date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Assignee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Lead Multi-Agent Architecture &amp; System Data Flow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2026-06-29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2026-07-10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Harshitha H S (MAJOR ROLE)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3-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US-002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Design MySQL ai_project_mentor schema &amp; users table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2026-06-29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2026-07-03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Vamshi Krishna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3- Completed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Develop Student Registration &amp; Profile Onboarding Interface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2026-06-30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2026-07-06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Muthumenen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3-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US-004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Build Competency Skill Assessment Matrix UI &amp; Scoring Logic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2026-07-02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2026-07-08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Lohith Raj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3- Completed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US-005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Develop Project Submission Page &amp; Pre-Loaded Templates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2026-07-06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2026-07-10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Harsh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3-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AGILE SPRINT 2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Milestone 2 Task Division (July 13 – July 24, 2026)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US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Task Description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Start Date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End Date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Assignee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US-006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Develop Feasibility Analysis Agent Engine (88% Viability Score)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2026-07-13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2026-07-17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Harshitha H S (MAJOR ROLE)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3-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US-007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Develop Scope Agent &amp; Tech Stack Recommendation Agent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2026-07-17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2026-07-24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Harshitha H S (MAJOR ROLE)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3- Completed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US-008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Develop Express REST API Endpoints (/api/projects/agent/unified)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2026-07-13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2026-07-24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Vamshi Krishna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3-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US-009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Build Multi-Agent Control Hub UI &amp; Pipeline Trigger Cards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2026-07-15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2026-07-21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Muthumenen 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3- Completed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US-010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Implement Real-Time Execution Log Stream Terminal 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2026-07-17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2026-07-23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Lohith Raj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3-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US-011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Build Active Project Summary Display Header &amp; Storage Payload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2026-07-20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2026-07-24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Harsh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3- Completed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AGILE SPRINT 3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Milestone 3 Task Division (July 27 – August 07, 2026)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US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Task Description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Start Date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End Date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Assignee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US-012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Build Dynamic Weekly Check-in Progress Engine &amp; Status Badge Shifter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2026-07-27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2026-08-04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Harshitha H S (MAJOR ROLE)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3-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US-013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Implement Backend Chat Endpoints &amp; Project Context Storage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2026-07-27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2026-08-04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Vamshi Krishna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3- Completed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US-014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Build Nova AI Mentor Chat UI &amp; Quick Action Prompt Chips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2026-07-29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2026-08-06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Muthumenen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3-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US-015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Develop Risk Assessment Agent &amp; Plan-B Mitigation Fallback Engines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2026-07-27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2026-07-31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Lohith Raj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3- Completed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US-016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Develop On-Demand Document Exporter (Synopsis, Slides PDF)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2026-08-03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2026-08-07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Harsh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3-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AGILE SPRINT 4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Milestone 4 Task Division (August 10 – August 20, 2026)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US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Task Description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Start Date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End Date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Assignee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US-017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Lead System Integration, Prompt Tuning &amp; Final Presentation Prep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2026-08-10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2026-08-20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Harshitha H S (MAJOR ROLE)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3-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US-018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Implement Google &amp; GitHub OAuth Single-Click Authentication Sync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2026-08-12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2026-08-19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Vamshi Krishna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3- Completed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US-019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Reconfigure Student Command Dashboard with KPI Cards &amp; Launcher Grid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2026-08-10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2026-08-14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Muthumenen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3-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US-020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Conduct End-to-End System Testing &amp; Unit Test Case Verification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2026-08-14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2026-08-20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Lohith Raj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3- Completed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US-021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Develop Faculty Monitoring Dashboard &amp; Feedback Modal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2026-08-11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2026-08-18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Harsh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3-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STANDUP MEETINGS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Daily Standup Impediments &amp; Resolution Log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Sprint / Date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Impediments Encountered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Technical Action Taken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Sprint 1 (2026-07-02)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Need structured DB schema for student profiles &amp; project metrics.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Vamshi Krishna created MySQL users table; Harshitha H S reviewed data models.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Sprint 1 (2026-07-07)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Template cards not populating submission text area upon click.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Muthumenen M &amp; Harsh updated click event handlers in submit-project.js.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Sprint 2 (2026-07-16)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Gemini API key rate limits during initial agent pipeline testing.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Harshitha H S implemented rich offline fallback generators in aiAgents.js.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Sprint 3 (2026-07-30)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Real-time sentiment inference latency exceeding 1.5s.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Lohith Raj &amp; Harshitha H S deployed lightweight local DistilBERT classifiers (&lt;500ms).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Sprint 4 (2026-08-18)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Faculty needed direct method to send feedback when teams get stuck.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Harsh &amp; Harshitha H S built Faculty Feedback Modal &amp; live banner notification system.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TESTING &amp; QA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Unit Test Verification Results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Test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Test Case Name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Tested Condition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Expected vs Actual Result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UT-001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Student Profile Registration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Form validation &amp; skill scoring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Saved in MySQL DB &amp; competency score calculated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UT-002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Project Idea Submission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Click template card &amp; press Enter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Saves idea state &amp; redirects seamlessly to Agent Hub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UT-003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Multi-Agent Blueprint 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Click Run Complete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Generates Feasibility (88%), Scope, Stack &amp; Timeline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UT-004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Weekly Check-in Badge Shift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Submit Week 1 check-in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Milestone 1 turns Green Completed (100%), M2 turns Active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UT-005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Document Exporter PDF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Click Academic Synopsis &amp; 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Renders project synopsis &amp; opens PDF print dialog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UT-006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Faculty Feedback Modal &amp; Banner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Faculty sends guidance note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Displays Faculty Guidance Received banner on student dashboard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UT-007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Google &amp; GitHub OAuth 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Click Continue with 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Sets authenticated user session &amp; redirects to dashboard.html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DEFECT TRACKER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Defect Tracker Log &amp; QA Summary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Submitted By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 of Defect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Assigned 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Action Taken &amp; Verification 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Muthumenen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Template cards not filling text area upon click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Muthumenen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Fixed click event listener in submit-project.js. (Closed)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Harshitha H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API rate limit error during agent blueprint generation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Harshitha H S (MAJOR)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Logical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Implemented rich offline fallback generators in aiAgents.js. (Closed)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Lohith Raj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High inference latency (&gt;1.5s) during sentiment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Lohith Raj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Switched to lightweight local DistilBERT classifier (&lt;500ms). (Closed)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Harshitha H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Milestone badges showing 100% completed prematurely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Harshitha H S (MAJOR)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Logical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Added completedCheckinWeek localStorage tracking (0% initial state). (Closed)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Harsh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Excessive white space on command dashboard layout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Harshitha H S (MAJOR)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Reconfigured dashboard.html with 4 KPI cards &amp; launcher grid. (Closed)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Harsh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Faculty unable to send guidance note to stuck teams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Harsh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Logical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Built Interactive Faculty Feedback Modal &amp; live banner system. (Closed)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Vamshi Krishna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Social login buttons not creating authenticated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Vamshi Krishna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Standards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Integrated handleSocialAuth handler for Google/GitHub OAuth. (Closed)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EVALUATION &amp; RESULTS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Evaluation Criteria Mapping &amp; Achievements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1. Quality of Automated Blueprint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EXCEEDED — Single-click input generates complete Feasibility (88%), Scope MVP, Tech Stack, and Milestone Plan automatically.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1460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2. Effectiveness of Individual Agents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EXCEEDED — 5 specialized AI agents work in unison with rich offline fallback generators to ensure 100% uptime.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3. Conversational Mentoring Relevance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EXCEEDED — Nova AI Chat Desk provides 24/7 contextual guidance with pre-configured quick prompt chips for instant answers.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98348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4. Documentation &amp; Faculty Dashboard Quality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EXCEEDED — On-Demand Exporter renders PDF synopses; Faculty Dashboard features live guidance modals &amp; banner notifications.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CONCLUSION &amp; Q&amp;A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Project Conclusion, Future Scope &amp; Q&amp;A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Project Conclusion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The AI Academic Project Mentor successfully bridges the gap between students and mentors, converting 2-line ideas into actionable blueprints and empowering faculty supervision.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14600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Future Scope &amp; Scalability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Expansion to integrate directly with University LMS platforms (Canvas, Moodle), automated Git commit tracking, and AI code review capabilities.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Thank You &amp; Questions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Thank you! We welcome any questions, feedback, and technical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